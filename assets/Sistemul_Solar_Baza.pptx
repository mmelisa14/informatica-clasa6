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D700"/>
                </a:solidFill>
              </a:defRPr>
            </a:pPr>
            <a:r>
              <a:t>🌍 SISTEMUL SOLAR 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ADD8E6"/>
                </a:solidFill>
              </a:defRPr>
            </a:pPr>
            <a:r>
              <a:t>Explorează Universul</a:t>
            </a:r>
          </a:p>
          <a:p>
            <a:pPr algn="ctr">
              <a:spcBef>
                <a:spcPts val="1500"/>
              </a:spcBef>
              <a:defRPr sz="2000">
                <a:solidFill>
                  <a:srgbClr val="FFFFFF"/>
                </a:solidFill>
              </a:defRPr>
            </a:pPr>
            <a:r>
              <a:t>Clasa: [Clasa Ta] | Data: 15.09.2026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D1B2A"/>
                </a:solidFill>
              </a:defRPr>
            </a:pPr>
            <a:r>
              <a:t>CUPRINS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E3C78"/>
                </a:solidFill>
              </a:defRPr>
            </a:pPr>
            <a:r>
              <a:t>1. Sistemul Solar - Structură și componente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E3C78"/>
                </a:solidFill>
              </a:defRPr>
            </a:pPr>
            <a:r>
              <a:t>2. Soarele - Steaua centrală a sistemului nostru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E3C78"/>
                </a:solidFill>
              </a:defRPr>
            </a:pPr>
            <a:r>
              <a:t>3. Planetele Interioare (Mercur, Venus, Pământ, Marte)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E3C78"/>
                </a:solidFill>
              </a:defRPr>
            </a:pPr>
            <a:r>
              <a:t>4. Centura de Asteroizi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E3C78"/>
                </a:solidFill>
              </a:defRPr>
            </a:pPr>
            <a:r>
              <a:t>5. Planetele Exterioare (Jupiter, Saturn, Uranus, Neptun)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E3C78"/>
                </a:solidFill>
              </a:defRPr>
            </a:pPr>
            <a:r>
              <a:t>6. Sateliți naturali - Lunile planetelor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E3C78"/>
                </a:solidFill>
              </a:defRPr>
            </a:pPr>
            <a:r>
              <a:t>7. Comete și Meteorii - Vizitatori din spațiu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E3C78"/>
                </a:solidFill>
              </a:defRPr>
            </a:pPr>
            <a:r>
              <a:t>8. Viața pe Pământ în Universul vast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D1B2A"/>
                </a:solidFill>
              </a:defRPr>
            </a:pPr>
            <a:r>
              <a:t>SISTEMUL SOLAR - STRUCTURĂ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Sistemul Solar este alcătuit din:</a:t>
            </a:r>
            <a:br/>
            <a:br/>
            <a:r>
              <a:t>☀️ SOARELE - O stea masivă care ține planetele în orbită</a:t>
            </a:r>
            <a:br/>
            <a:br/>
            <a:r>
              <a:t>8 PLANETE - Orbitănd în jurul Soarelui:</a:t>
            </a:r>
            <a:br/>
            <a:r>
              <a:t>  • 4 Planete Interioare: Mercur, Venus, Pământ, Marte</a:t>
            </a:r>
            <a:br/>
            <a:r>
              <a:t>  • 4 Planete Exterioare: Jupiter, Saturn, Uranus, Neptun</a:t>
            </a:r>
            <a:br/>
            <a:br/>
            <a:r>
              <a:t>🌙 SATELIȚI - Corpuri care orbitează planetele (ex: Luna)</a:t>
            </a:r>
            <a:br/>
            <a:br/>
            <a:r>
              <a:t>ASTEROIZI - Roci mici între Marte și Jupiter</a:t>
            </a:r>
            <a:br/>
            <a:br/>
            <a:r>
              <a:t>COMETE - Obiecte cu cozi spectaculoase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C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8C00"/>
                </a:solidFill>
              </a:defRPr>
            </a:pPr>
            <a:r>
              <a:t>☀️ SOARELE - STEAUA NOASTRĂ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282828"/>
                </a:solidFill>
              </a:defRPr>
            </a:pPr>
            <a:r>
              <a:t>Soarele este o STEA - o sferă gigantă de gaz incandescent!</a:t>
            </a:r>
            <a:br/>
            <a:br/>
            <a:r>
              <a:t>CARACTERISTICI PRINCIPALE:</a:t>
            </a:r>
            <a:br/>
            <a:r>
              <a:t>• Diametru: ~1.4 milioane km (imens!)</a:t>
            </a:r>
            <a:br/>
            <a:r>
              <a:t>• Température: ~5.500°C la suprafață</a:t>
            </a:r>
            <a:br/>
            <a:r>
              <a:t>• Vârstă: ~4.6 miliarde ani</a:t>
            </a:r>
            <a:br/>
            <a:r>
              <a:t>• Furnizează: Lumină și căldură pentru viață</a:t>
            </a:r>
            <a:br/>
            <a:br/>
            <a:r>
              <a:t>CE FACE SOARELE:</a:t>
            </a:r>
            <a:br/>
            <a:r>
              <a:t>✓ Ține planetele în orbită prin gravitație</a:t>
            </a:r>
            <a:br/>
            <a:r>
              <a:t>✓ Furnizează energia pentru viață pe Pământ</a:t>
            </a:r>
            <a:br/>
            <a:r>
              <a:t>✓ Creează climă și vreme</a:t>
            </a:r>
            <a:br/>
            <a:r>
              <a:t>✓ Face posibilă fotosinteza plantelor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